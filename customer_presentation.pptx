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965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0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38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514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3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66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788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980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61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270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55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07669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638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9468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5191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1910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313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3982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VitalBee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Drone-based survivor detection for Search &amp; Rescue</a:t>
            </a:r>
          </a:p>
          <a:p>
            <a:r>
              <a:rPr dirty="0"/>
              <a:t>Team DİH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After earthquakes, collapses, and landslides, every minute counts.</a:t>
            </a:r>
          </a:p>
          <a:p>
            <a:pPr>
              <a:defRPr sz="2000"/>
            </a:pPr>
            <a:r>
              <a:t>Manual search is dangerous, slow, and hard to scale across wide debris fields.</a:t>
            </a:r>
          </a:p>
          <a:p>
            <a:pPr>
              <a:defRPr sz="2000"/>
            </a:pPr>
            <a:r>
              <a:t>Teams often juggle separate tools: aerial drones vs. ground sensors—with fragmented data and heavy operator 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VitalBee delivers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An intelligent aerial platform that scans wide areas autonomously.</a:t>
            </a:r>
          </a:p>
          <a:p>
            <a:pPr>
              <a:defRPr sz="2000"/>
            </a:pPr>
            <a:r>
              <a:t>Signal-based sensing plus AI-assisted fusion—not just raw video or thermal feeds.</a:t>
            </a:r>
          </a:p>
          <a:p>
            <a:pPr>
              <a:defRPr sz="2000"/>
            </a:pPr>
            <a:r>
              <a:t>Live geo-referenced probability maps, ranked priority points, and short evidence summaries for dispatch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How the system works (overview)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Wide-area phase</a:t>
            </a:r>
          </a:p>
          <a:p>
            <a:pPr>
              <a:spcBef>
                <a:spcPts val="600"/>
              </a:spcBef>
              <a:defRPr sz="1700"/>
            </a:pPr>
            <a:r>
              <a:t>Adaptive grid-based search pattern</a:t>
            </a:r>
          </a:p>
          <a:p>
            <a:pPr>
              <a:spcBef>
                <a:spcPts val="600"/>
              </a:spcBef>
              <a:defRPr sz="1700"/>
            </a:pPr>
            <a:r>
              <a:t>RF, acoustic, optional thermal sensing</a:t>
            </a:r>
          </a:p>
          <a:p>
            <a:pPr>
              <a:spcBef>
                <a:spcPts val="600"/>
              </a:spcBef>
              <a:defRPr sz="1700"/>
            </a:pPr>
            <a:r>
              <a:t>Onboard edge compute (e.g. Jetson-class)</a:t>
            </a:r>
          </a:p>
          <a:p>
            <a:pPr>
              <a:spcBef>
                <a:spcPts val="600"/>
              </a:spcBef>
              <a:defRPr sz="1700"/>
            </a:pPr>
            <a:r>
              <a:t>Preliminary geo-referenced probability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23444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Targeted phase</a:t>
            </a:r>
          </a:p>
          <a:p>
            <a:pPr>
              <a:spcBef>
                <a:spcPts val="600"/>
              </a:spcBef>
              <a:defRPr sz="1700"/>
            </a:pPr>
            <a:r>
              <a:t>Closer verification over high-interest cells</a:t>
            </a:r>
          </a:p>
          <a:p>
            <a:pPr>
              <a:spcBef>
                <a:spcPts val="600"/>
              </a:spcBef>
              <a:defRPr sz="1700"/>
            </a:pPr>
            <a:r>
              <a:t>Controlled probing and temporal analysis</a:t>
            </a:r>
          </a:p>
          <a:p>
            <a:pPr>
              <a:spcBef>
                <a:spcPts val="600"/>
              </a:spcBef>
              <a:defRPr sz="1700"/>
            </a:pPr>
            <a:r>
              <a:t>Reduced false positives via triangulation</a:t>
            </a:r>
          </a:p>
          <a:p>
            <a:pPr>
              <a:spcBef>
                <a:spcPts val="600"/>
              </a:spcBef>
              <a:defRPr sz="1700"/>
            </a:pPr>
            <a:r>
              <a:t>Confidence-ranked outputs to the field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teams would choose VitalBee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End-to-end workflow: detection → localization → prioritization → mission logging.</a:t>
            </a:r>
          </a:p>
          <a:p>
            <a:pPr>
              <a:defRPr sz="2000"/>
            </a:pPr>
            <a:r>
              <a:t>Modular payloads and models—extend without rebuilding core mapping software.</a:t>
            </a:r>
          </a:p>
          <a:p>
            <a:pPr>
              <a:defRPr sz="2000"/>
            </a:pPr>
            <a:r>
              <a:t>Built for low-visibility, structurally unsafe environments where speed and clarity matter.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we serve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National and municipal disaster response agencies</a:t>
            </a:r>
          </a:p>
          <a:p>
            <a:pPr>
              <a:defRPr sz="2000"/>
            </a:pPr>
            <a:r>
              <a:t>Civil protection and public-safety UAV programs</a:t>
            </a:r>
          </a:p>
          <a:p>
            <a:pPr>
              <a:defRPr sz="2000"/>
            </a:pPr>
            <a:r>
              <a:t>Humanitarian organizations needing faster, coordinated SAR</a:t>
            </a:r>
          </a:p>
          <a:p>
            <a:pPr>
              <a:defRPr sz="1400" i="1"/>
            </a:pPr>
            <a:r>
              <a:t>Go-to-market: government-backed R&amp;D, pilots, and institutional procurement channels.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 model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Drone kit (hardware): $15,000 per unit — one-time</a:t>
            </a:r>
          </a:p>
          <a:p>
            <a:pPr>
              <a:defRPr sz="2000"/>
            </a:pPr>
            <a:r>
              <a:t>Software platform: $3,000 annual subscription per unit</a:t>
            </a:r>
          </a:p>
          <a:p>
            <a:pPr>
              <a:defRPr sz="2000"/>
            </a:pPr>
            <a:r>
              <a:t>Optional maintenance &amp; training: $2,000 per client per year</a:t>
            </a:r>
          </a:p>
          <a:p>
            <a:pPr>
              <a:defRPr sz="2000"/>
            </a:pPr>
            <a:r>
              <a:t>Hybrid model: hardware sale + recurring software and services for predictable long-term revenue</a:t>
            </a:r>
          </a:p>
          <a:p>
            <a:pPr>
              <a:defRPr sz="1400" i="1"/>
            </a:pPr>
            <a:r>
              <a:t>Figures reflect early business-model coursework assumptions; final pricing subject to pilot feedback and certification scope.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&amp;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Onboarding, training, technical support, and continuous software updates</a:t>
            </a:r>
          </a:p>
          <a:p>
            <a:pPr>
              <a:defRPr sz="2000"/>
            </a:pPr>
            <a:r>
              <a:t>Phased prototyping, safety gates, lab and debris-site testing</a:t>
            </a:r>
          </a:p>
          <a:p>
            <a:pPr>
              <a:defRPr sz="2000"/>
            </a:pPr>
            <a:r>
              <a:t>Explainable scoring so operators can trust recommendations under pressure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collaboration (roadmap)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Sensors &amp; rugged hardware: STM Defence, Aselsan</a:t>
            </a:r>
          </a:p>
          <a:p>
            <a:pPr>
              <a:defRPr sz="2000"/>
            </a:pPr>
            <a:r>
              <a:t>Edge AI &amp; acceleration: NVIDIA</a:t>
            </a:r>
          </a:p>
          <a:p>
            <a:pPr>
              <a:defRPr sz="2000"/>
            </a:pPr>
            <a:r>
              <a:t>Reliable, explainable AI: Anthropic</a:t>
            </a:r>
          </a:p>
          <a:p>
            <a:pPr>
              <a:defRPr sz="2000"/>
            </a:pPr>
            <a:r>
              <a:t>Universities and public institutions: validation pilots and co-funded trials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we acknowledge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Strong competition from established SAR and drone vendors</a:t>
            </a:r>
          </a:p>
          <a:p>
            <a:pPr>
              <a:defRPr sz="2000"/>
            </a:pPr>
            <a:r>
              <a:t>Public procurement can be slow—cash flow and pipeline planning matter</a:t>
            </a:r>
          </a:p>
          <a:p>
            <a:pPr>
              <a:defRPr sz="2000"/>
            </a:pPr>
            <a:r>
              <a:t>Field validation is essential before mission-critical adoption</a:t>
            </a:r>
          </a:p>
          <a:p>
            <a:pPr>
              <a:defRPr sz="1400" i="1"/>
            </a:pPr>
            <a:r>
              <a:t>Mitigations: subscription/leasing or drone-as-a-service options, tiered analytics, and demonstration-led sales.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with your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Introduce use cases and operating environments (urban collapse, landslide, etc.)</a:t>
            </a:r>
          </a:p>
          <a:p>
            <a:pPr>
              <a:defRPr sz="2000"/>
            </a:pPr>
            <a:r>
              <a:t>Define pilot scope, safety requirements, and data-sharing needs</a:t>
            </a:r>
          </a:p>
          <a:p>
            <a:pPr>
              <a:defRPr sz="2000"/>
            </a:pPr>
            <a:r>
              <a:t>Align on procurement path and timeline for a controlled field trial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 err="1"/>
              <a:t>VitalBee</a:t>
            </a:r>
            <a:r>
              <a:rPr dirty="0"/>
              <a:t> · </a:t>
            </a:r>
            <a:r>
              <a:t>Team DİH</a:t>
            </a:r>
            <a:endParaRPr dirty="0"/>
          </a:p>
          <a:p>
            <a:r>
              <a:rPr dirty="0"/>
              <a:t>We welcome conversations on pilots, partnerships, and procurement.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</TotalTime>
  <Words>479</Words>
  <Application>Microsoft Office PowerPoint</Application>
  <PresentationFormat>On-screen Show (4:3)</PresentationFormat>
  <Paragraphs>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</vt:lpstr>
      <vt:lpstr>VitalBee</vt:lpstr>
      <vt:lpstr>The challenge</vt:lpstr>
      <vt:lpstr>What VitalBee delivers</vt:lpstr>
      <vt:lpstr>PowerPoint Presentation</vt:lpstr>
      <vt:lpstr>Why teams would choose VitalBee</vt:lpstr>
      <vt:lpstr>Who we serve</vt:lpstr>
      <vt:lpstr>Commercial model (illustrative)</vt:lpstr>
      <vt:lpstr>Delivery &amp; trust</vt:lpstr>
      <vt:lpstr>Strategic collaboration (roadmap)</vt:lpstr>
      <vt:lpstr>Risks we acknowledge</vt:lpstr>
      <vt:lpstr>Next steps with your organization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VitalBee</dc:title>
  <dc:subject/>
  <dc:creator/>
  <cp:keywords/>
  <dc:description>generated using python-pptx</dc:description>
  <cp:lastModifiedBy>güney içel</cp:lastModifiedBy>
  <cp:revision>2</cp:revision>
  <dcterms:created xsi:type="dcterms:W3CDTF">2013-01-27T09:14:16Z</dcterms:created>
  <dcterms:modified xsi:type="dcterms:W3CDTF">2026-04-01T21:42:57Z</dcterms:modified>
  <cp:category/>
</cp:coreProperties>
</file>